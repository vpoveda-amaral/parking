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554E06-C139-4E69-A25E-341578927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D78B8C-AC90-4CB6-B684-6CF53A146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918EB-39AC-4A32-AE38-97EDF478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D81386-D9B3-497B-AD35-C64A7348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280DCA-D1B7-43A1-A27C-04AD6BE4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81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7FC72-40FB-4A17-94E7-F82CDB3A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295C4D-8D47-4637-A28C-BA5F4CEB9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3989A-39F2-46F1-A28D-28C01999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B6A08F-015A-4636-BD0A-A553D486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E38B79-6A7D-4DE0-AC4E-E8053132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67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598D2A-55F7-40A2-8E07-9D8560A1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35AD81-91EE-4D23-85AD-DB13E5BAF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1F4A2-3F9B-4A3C-BA37-E6F96A73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5039C8-76B2-4A93-B64D-90056564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3455D2-3E88-4566-82B3-4A0A395A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5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4740C9-3BC2-4C29-B590-49C7B6FA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44D24C-FD15-43DE-B0AB-DB3BE3CC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41416F9-99D5-4E02-8065-820606AEB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F1C926-A40F-4A97-AF8D-AF8E7574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EF3F71-567A-487A-9DFF-25F84FCC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5A218D-1A6B-4DA2-8272-694602A8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09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B89602-7DE9-4811-AFA8-AF2D3CBD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B3EFFC-E02A-44FC-98F8-3DED9A4BA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451657-1BC9-4FB5-8C08-575C9C34C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E7A41A-4012-445C-AA65-B1C9B38C8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1187451-135F-428A-838C-88EE15DA1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1B00D7D-0AAD-4AA3-B146-7726B1D5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FCE3667-1BBE-40EF-AAF6-D5245350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4025A0F-081A-4AFA-867C-A1265639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83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D888A-AA5A-45D0-89ED-C8839472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18C55B-2AA7-4DB5-8777-6BC0BE89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1C07EB-71BE-41C8-AD9C-9BAD68401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584C1B-E721-49F2-A01B-91B94E63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77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4D74380-044A-4165-A4BA-7DF3F53F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AD313AE-7968-48EA-A093-C6F0B22B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00F054-5B18-4D7C-9864-E18B8471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59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521EB-64B9-42F8-9EA7-A24F078B0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7FDCDE-83E9-4326-9707-370AA9D28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6E5520-1629-4D2D-AF4F-CFCF70AC9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8E3F58-05F4-4314-8467-6BF0E23E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6A7B41-5527-444E-9975-E8C6080E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BF7B4E-80AE-480A-88E1-50AC3829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323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0F7F5-34C4-4335-97DC-00D09837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2AA7BE9-2140-41D8-B69A-13870E28C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7A5CE4-417D-4194-849F-C79F2D9E7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D5A537-273B-4635-BAA2-9894410E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AE7A28-78D4-4C71-907F-37160C85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57125F-D6C2-4747-9AB0-C9CF5725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802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654D0E-4989-4E7B-ADE1-6863DA8E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1D004C-9915-4CB4-A88E-905FB174B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B8B2FB-0835-4CF6-8F2B-537E81E5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326FD-E166-4CDD-BC67-7FDE0A97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98531F-0555-47E3-8F31-B7C6A127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45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DE3770C-75EE-413B-847F-0BB146147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8CF13F-BC27-4875-B4EB-F4EF408AF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EF7A03-1C2D-4EE0-A879-2BBB6946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D00644-7B68-4895-ACCC-91E64B89A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26EF6E-28CA-41B4-BA70-8E42E026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99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F497D17-0307-406E-9D47-9BC741991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41F3EB-E658-405B-8B78-8BA124FEE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28D6F0-C043-4E77-9FB1-B07BF3F12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D6CEB-9A35-43E1-8D2F-1D4EB468B240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5CF928-FBB4-4F61-B40A-AD51AB483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069C3E-2EEB-4202-8EDE-EE19B51AC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98945-46E8-41EE-94D0-E5442477F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41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rking.fr/reservation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rking.fr/gestion-inscription" TargetMode="External"/><Relationship Id="rId2" Type="http://schemas.openxmlformats.org/officeDocument/2006/relationships/hyperlink" Target="https://www.parking.fr/reservation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CCAE5D-A0B0-4A4E-94AD-952899EB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4800" dirty="0"/>
              <a:t>PARKING</a:t>
            </a:r>
          </a:p>
        </p:txBody>
      </p:sp>
    </p:spTree>
    <p:extLst>
      <p:ext uri="{BB962C8B-B14F-4D97-AF65-F5344CB8AC3E}">
        <p14:creationId xmlns:p14="http://schemas.microsoft.com/office/powerpoint/2010/main" val="513422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AF8636D-F905-4F13-A611-1BE2B564C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528" y="0"/>
            <a:ext cx="7154944" cy="684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7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C2FD0B8-6C15-4726-B214-ECF2F76FA9FE}"/>
              </a:ext>
            </a:extLst>
          </p:cNvPr>
          <p:cNvSpPr txBox="1"/>
          <p:nvPr/>
        </p:nvSpPr>
        <p:spPr>
          <a:xfrm>
            <a:off x="840399" y="557595"/>
            <a:ext cx="10226669" cy="5660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Utilisateur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https://www.parking.fr/connexion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https://www.parking.fr/inscription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https://www.parking.fr/connexion/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mdp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-oublié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https://www.parking.fr/connexion/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mdp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-oublié/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reconfig-mdp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https://www.parking.fr/accueil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https://www.parking.fr/reservation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https://www.parking.fr/reservation/ajouter-reservation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https://www.parking.fr/reservation/liste-attente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https://www.parking.fr/reservation/modifier-reservation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https://www.parking.fr/compte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https://www.parking.fr/compte/modifier-profil</a:t>
            </a:r>
          </a:p>
        </p:txBody>
      </p:sp>
    </p:spTree>
    <p:extLst>
      <p:ext uri="{BB962C8B-B14F-4D97-AF65-F5344CB8AC3E}">
        <p14:creationId xmlns:p14="http://schemas.microsoft.com/office/powerpoint/2010/main" val="206685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BD0903A-4CD5-4A2C-ADE3-28B1E40535F5}"/>
              </a:ext>
            </a:extLst>
          </p:cNvPr>
          <p:cNvSpPr txBox="1"/>
          <p:nvPr/>
        </p:nvSpPr>
        <p:spPr>
          <a:xfrm>
            <a:off x="207389" y="169682"/>
            <a:ext cx="11623249" cy="6353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https://www.parking.fr/connexion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https://www.parking.fr/inscription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https://www.parking.fr/connexion/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mdp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-oublié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https://www.parking.fr/connexion/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mdp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-oublié/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reconfig-mdp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https://www.parking.fr/accueil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https://www.parking.fr/reservation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https://www.parking.fr/reservation/ajouter-reservation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https://www.parking.fr/reservation/liste-attente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https://www.parking.fr/reservation/modifier-reservation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https://www.parking.fr/compte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https://www.parking.fr/compte/modifier-profil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https://www.parking.fr/gestion-reservation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https://www.parking.fr/gestion-reservation/modfier-reservation</a:t>
            </a:r>
          </a:p>
          <a:p>
            <a:r>
              <a:rPr lang="fr-F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https://www.parking.fr/gestion-inscription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000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F812014-2EA0-4B84-9A02-E7F100A14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06" y="197586"/>
            <a:ext cx="10837284" cy="666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9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6E84AA6-2219-450F-AFEC-09E70ADE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41" y="0"/>
            <a:ext cx="11737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9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DCB962D-2643-49A5-A8EC-9655682C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44" y="0"/>
            <a:ext cx="115701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0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CEA382E-3BBF-4635-82EC-5CCE5F00F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02" y="0"/>
            <a:ext cx="11604396" cy="685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96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74D22A9-0A5D-4B36-97AD-8A53C30C1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08" y="-3650"/>
            <a:ext cx="11670384" cy="686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8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06D5126-41A1-4098-AEAB-6BE4FA78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95" y="-1927"/>
            <a:ext cx="11679810" cy="685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25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CA7F994-6B1D-46B5-BB54-E2333F5B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06" y="1353"/>
            <a:ext cx="11038788" cy="68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4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C771A86-A2B8-4780-9702-36B486CF6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779" y="0"/>
            <a:ext cx="8314441" cy="68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12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84000D8-D33F-41A3-BC89-A9369B5CC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39" y="3376"/>
            <a:ext cx="8342722" cy="685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24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1AF537C-6889-4A4B-B05A-03888CCB7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5" y="817"/>
            <a:ext cx="11180190" cy="685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14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2F0A6BA-436B-4CF3-9439-35F7EF8A3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120" y="0"/>
            <a:ext cx="8341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60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8F82CC2-4A7E-484C-9C35-F563164DD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919" y="13286"/>
            <a:ext cx="8286161" cy="683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75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0CAE3C3-A842-4624-8423-A5D8AC3D5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066" y="0"/>
            <a:ext cx="8323868" cy="685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625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273</Words>
  <Application>Microsoft Office PowerPoint</Application>
  <PresentationFormat>Grand écran</PresentationFormat>
  <Paragraphs>31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PARKING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POVEDA  AMARAL Valentin</dc:creator>
  <cp:lastModifiedBy>POVEDA  AMARAL Valentin</cp:lastModifiedBy>
  <cp:revision>7</cp:revision>
  <dcterms:created xsi:type="dcterms:W3CDTF">2021-11-15T13:39:31Z</dcterms:created>
  <dcterms:modified xsi:type="dcterms:W3CDTF">2021-11-15T14:05:08Z</dcterms:modified>
</cp:coreProperties>
</file>